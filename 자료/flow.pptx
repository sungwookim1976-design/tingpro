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2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4DBED-B25C-9C3D-5A79-41570F81F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85D22B-93AB-C23A-DB3B-FE350B11B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323F2F-D2DF-A065-A720-906BA372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2DF7F-E77D-3A85-A7D4-B2688FA8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0A32C0-A5B2-F4F9-BC58-253C7B3A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1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E09CA-02EB-77F8-A0B0-55806A3E5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2F497-6823-3AA3-FF5A-6007D3E33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2E77C-3EC0-FE20-D35E-7169E554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6DBFA5-C0D0-2E4C-DFF4-558B5307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E207D-82C9-C38C-01C0-87592891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44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0B359-40BC-853B-3050-0E221202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8259FE-C16D-4E75-9F84-3E1EB8570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274F1-7452-1016-896A-B607A854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7D2216-11D3-898B-FE94-05A01089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28876D-EEFA-9447-A098-1B37A6F0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8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EF890-CFAD-1404-8607-98271087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A7D03-C15A-EBE3-470D-3D0277079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6C4285-2238-AB71-1603-1DC1FEB8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FF7313-21CE-3797-E423-E2DC23DE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CD5F4B-A4AC-8F17-1543-3CBFDD5C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9C5C0-A79C-7F66-9665-9D625F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71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0531F-2278-17FA-4D9B-3D9C4BDD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D6C9F0-3F73-EBA5-3042-232F4DCE2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A453E3-60DA-6D03-1C6E-9499CA826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425938-90E5-5BB6-5BFA-98EC569A7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D99CAE-EA3E-A3A8-869C-A4BB6182B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8B8D9F-92B6-68C5-4CBC-EB2035CF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157DDA-1A61-3899-5AB4-CB1EEDB78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95BDE0-A091-6C11-1870-445B2725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91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DB5CC-A38D-7538-4504-C773ECA8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CD6B09-E280-4B53-8B17-21D05F86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B75FB-9625-98AD-D1CB-1872D117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6B8D34-142F-BE8F-08DF-1E7DBDC8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3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64D3AC-271D-78D7-002A-4AAFE5A1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CBBDBD-7FEF-8497-AC4E-17F4E691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8447FE-E150-5305-376F-868A896C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05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0CEFF-3900-E308-6193-57E9B3B3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F5CA6-F732-DA9B-114F-A3D91BBB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4233D9-2AB4-EEC6-DF28-92592B480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62E771-19A7-AFE8-4B76-EA1A287C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FA731-C44B-65D5-8AFD-32B3545A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8F447B-E5B7-F422-F6D7-2BE36E9E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2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187A3-E873-2D2E-5E44-560B404E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41737E-5F39-CCEA-B1CD-8F1173327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CC8AE4-73DF-AC63-7C73-3ECB610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A71D75-2DCB-DDD8-3D36-C66F3B91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4030F-1440-339B-E633-CF2155BF4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CBB69E-FE59-377E-D45B-CE62FEDE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12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DD02B-8C01-577C-69D0-FC3BED24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D6C7D6-2CC1-3CE3-CEB0-75FBB2DA3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8F318-3848-EBD3-9447-33B85293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16D9E-FD41-1BB5-320D-25611447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F36B1D-1EA7-5E79-C669-062AD5CC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92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9D54DC-B074-181F-8D25-84E2FF0E0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F01F0E-484E-B349-68FE-407980DD2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40DE6-CD9A-CC3A-F35D-2F0DF4C8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CD6DA-6BB9-C99D-5959-1A114B82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49019-B489-420F-3D71-DAFBC7E9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77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60C225-F2BA-1374-4835-CD750F85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C50997-8126-A426-A33D-317989217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C7504-8F23-485C-527A-A05150FDD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3A0BF-02A4-4492-B1CD-A5A87A74C680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DC8C9-94E7-E797-2FE5-0F0B8491F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92ACE-BE83-2F41-2D2A-EB2731F0A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62A38-F98E-49D5-987D-19F71763D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9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80F476-49CF-7108-2C40-68A45DD2244A}"/>
              </a:ext>
            </a:extLst>
          </p:cNvPr>
          <p:cNvSpPr txBox="1"/>
          <p:nvPr/>
        </p:nvSpPr>
        <p:spPr>
          <a:xfrm>
            <a:off x="174171" y="2750012"/>
            <a:ext cx="104903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</a:t>
            </a:r>
            <a:r>
              <a:rPr lang="ko-KR" altLang="en-US" dirty="0"/>
              <a:t> 주문 </a:t>
            </a:r>
            <a:r>
              <a:rPr lang="en-US" altLang="ko-KR" dirty="0"/>
              <a:t>B2C :  </a:t>
            </a:r>
            <a:r>
              <a:rPr lang="ko-KR" altLang="en-US" sz="1400" dirty="0"/>
              <a:t>고객회원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로그인 </a:t>
            </a:r>
            <a:r>
              <a:rPr lang="en-US" altLang="ko-KR" sz="1400" dirty="0"/>
              <a:t>&gt;&gt; 3</a:t>
            </a:r>
            <a:r>
              <a:rPr lang="ko-KR" altLang="en-US" sz="1400" dirty="0"/>
              <a:t>종류 필름제품선택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주문 </a:t>
            </a:r>
            <a:endParaRPr lang="en-US" altLang="ko-KR" sz="1400" dirty="0"/>
          </a:p>
          <a:p>
            <a:r>
              <a:rPr lang="en-US" altLang="ko-KR" sz="1400" dirty="0"/>
              <a:t>       </a:t>
            </a:r>
            <a:r>
              <a:rPr lang="ko-KR" altLang="en-US" sz="1400" dirty="0"/>
              <a:t>                 </a:t>
            </a:r>
            <a:r>
              <a:rPr lang="en-US" altLang="ko-KR" sz="1400" dirty="0"/>
              <a:t>* </a:t>
            </a:r>
            <a:r>
              <a:rPr lang="ko-KR" altLang="en-US" sz="1400" dirty="0"/>
              <a:t>자가설치</a:t>
            </a:r>
            <a:r>
              <a:rPr lang="en-US" altLang="ko-KR" sz="1400" dirty="0"/>
              <a:t>/</a:t>
            </a:r>
            <a:r>
              <a:rPr lang="ko-KR" altLang="en-US" sz="1400" dirty="0"/>
              <a:t>위탁설치  </a:t>
            </a:r>
            <a:r>
              <a:rPr lang="en-US" altLang="ko-KR" sz="1400" dirty="0"/>
              <a:t>&gt;&gt; 1. </a:t>
            </a:r>
            <a:r>
              <a:rPr lang="ko-KR" altLang="en-US" sz="1400" dirty="0"/>
              <a:t>자가설치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결제금액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결제완료 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배송 </a:t>
            </a:r>
            <a:r>
              <a:rPr lang="en-US" altLang="ko-KR" sz="1400" dirty="0"/>
              <a:t>(</a:t>
            </a:r>
            <a:r>
              <a:rPr lang="ko-KR" altLang="en-US" sz="1400" dirty="0"/>
              <a:t>자가설치</a:t>
            </a:r>
            <a:r>
              <a:rPr lang="en-US" altLang="ko-KR" sz="1400" dirty="0"/>
              <a:t>/</a:t>
            </a:r>
            <a:r>
              <a:rPr lang="ko-KR" altLang="en-US" sz="1400" dirty="0"/>
              <a:t>위탁설치 옵션변경가능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                                                  2. </a:t>
            </a:r>
            <a:r>
              <a:rPr lang="ko-KR" altLang="en-US" sz="1400" dirty="0"/>
              <a:t>위탁설치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수요고객 </a:t>
            </a:r>
            <a:r>
              <a:rPr lang="ko-KR" altLang="en-US" sz="1400" dirty="0" err="1"/>
              <a:t>시공날짜선택</a:t>
            </a:r>
            <a:r>
              <a:rPr lang="ko-KR" altLang="en-US" sz="1400" dirty="0"/>
              <a:t> </a:t>
            </a:r>
            <a:r>
              <a:rPr lang="en-US" altLang="ko-KR" sz="1400" dirty="0"/>
              <a:t>&gt;&gt;</a:t>
            </a:r>
            <a:r>
              <a:rPr lang="ko-KR" altLang="en-US" sz="1400" dirty="0" err="1"/>
              <a:t>구독회원우선권부여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                                                    &gt;&gt; </a:t>
            </a:r>
            <a:r>
              <a:rPr lang="ko-KR" altLang="en-US" sz="1400" dirty="0"/>
              <a:t>역경매노출</a:t>
            </a: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0A1B-3F09-3E8B-21E0-415DE0560883}"/>
              </a:ext>
            </a:extLst>
          </p:cNvPr>
          <p:cNvSpPr txBox="1"/>
          <p:nvPr/>
        </p:nvSpPr>
        <p:spPr>
          <a:xfrm>
            <a:off x="2525486" y="210351"/>
            <a:ext cx="844654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고객회원</a:t>
            </a:r>
            <a:r>
              <a:rPr lang="en-US" altLang="ko-KR" sz="1400" dirty="0"/>
              <a:t>(</a:t>
            </a:r>
            <a:r>
              <a:rPr lang="ko-KR" altLang="en-US" sz="1400" dirty="0"/>
              <a:t>수요회원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회원가입 </a:t>
            </a:r>
            <a:r>
              <a:rPr lang="en-US" altLang="ko-KR" sz="1400" dirty="0"/>
              <a:t>&gt;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r>
              <a:rPr lang="en-US" altLang="ko-KR" sz="1400" dirty="0"/>
              <a:t>         </a:t>
            </a:r>
            <a:r>
              <a:rPr lang="ko-KR" altLang="en-US" sz="1400" dirty="0"/>
              <a:t>주소 </a:t>
            </a:r>
            <a:r>
              <a:rPr lang="en-US" altLang="ko-KR" sz="1400" dirty="0"/>
              <a:t>, </a:t>
            </a:r>
            <a:r>
              <a:rPr lang="ko-KR" altLang="en-US" sz="1400" dirty="0"/>
              <a:t>핸드폰번호 필수 </a:t>
            </a: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프리랜서 회원 </a:t>
            </a:r>
            <a:r>
              <a:rPr lang="en-US" altLang="ko-KR" sz="1400" dirty="0"/>
              <a:t>: </a:t>
            </a:r>
            <a:r>
              <a:rPr lang="ko-KR" altLang="en-US" sz="1400" dirty="0"/>
              <a:t>회원가입 </a:t>
            </a:r>
            <a:r>
              <a:rPr lang="en-US" altLang="ko-KR" sz="1400" dirty="0"/>
              <a:t>&gt;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r>
              <a:rPr lang="en-US" altLang="ko-KR" sz="1400" dirty="0"/>
              <a:t>         * </a:t>
            </a:r>
            <a:r>
              <a:rPr lang="ko-KR" altLang="en-US" sz="1400" dirty="0"/>
              <a:t>사업자번호가 없는 개인회원 </a:t>
            </a:r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/>
              <a:t>기업회원 </a:t>
            </a:r>
            <a:r>
              <a:rPr lang="en-US" altLang="ko-KR" sz="1400" dirty="0"/>
              <a:t>: </a:t>
            </a:r>
            <a:r>
              <a:rPr lang="ko-KR" altLang="en-US" sz="1400" dirty="0"/>
              <a:t>사업자번호 회원가입 </a:t>
            </a:r>
            <a:r>
              <a:rPr lang="en-US" altLang="ko-KR" sz="1400" dirty="0"/>
              <a:t>&gt;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r>
              <a:rPr lang="en-US" altLang="ko-KR" sz="1400" dirty="0"/>
              <a:t>         * </a:t>
            </a:r>
            <a:r>
              <a:rPr lang="ko-KR" altLang="en-US" sz="1400" dirty="0"/>
              <a:t>사업분야 선택</a:t>
            </a:r>
            <a:r>
              <a:rPr lang="en-US" altLang="ko-KR" sz="1400" dirty="0"/>
              <a:t>(</a:t>
            </a:r>
            <a:r>
              <a:rPr lang="ko-KR" altLang="en-US" sz="1400" dirty="0"/>
              <a:t>인테리어</a:t>
            </a:r>
            <a:r>
              <a:rPr lang="en-US" altLang="ko-KR" sz="1400" dirty="0"/>
              <a:t>,</a:t>
            </a:r>
            <a:r>
              <a:rPr lang="ko-KR" altLang="en-US" sz="1400" dirty="0" err="1"/>
              <a:t>썬팅업</a:t>
            </a:r>
            <a:r>
              <a:rPr lang="en-US" altLang="ko-KR" sz="1400" dirty="0"/>
              <a:t>,</a:t>
            </a:r>
            <a:r>
              <a:rPr lang="ko-KR" altLang="en-US" sz="1400" dirty="0" err="1"/>
              <a:t>도배업</a:t>
            </a:r>
            <a:r>
              <a:rPr lang="en-US" altLang="ko-KR" sz="1400" dirty="0"/>
              <a:t>)  </a:t>
            </a:r>
            <a:r>
              <a:rPr lang="ko-KR" altLang="en-US" sz="1400" dirty="0"/>
              <a:t>사업자번호 있는 회원  사업자번호 첨부파일로 첨부  </a:t>
            </a:r>
            <a:endParaRPr lang="en-US" altLang="ko-KR" sz="1400" dirty="0"/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구독</a:t>
            </a:r>
            <a:r>
              <a:rPr lang="en-US" altLang="ko-KR" sz="1400" dirty="0"/>
              <a:t>(</a:t>
            </a:r>
            <a:r>
              <a:rPr lang="ko-KR" altLang="en-US" sz="1400" dirty="0"/>
              <a:t>대리점</a:t>
            </a:r>
            <a:r>
              <a:rPr lang="en-US" altLang="ko-KR" sz="1400" dirty="0"/>
              <a:t>)</a:t>
            </a:r>
            <a:r>
              <a:rPr lang="ko-KR" altLang="en-US" sz="1400" dirty="0"/>
              <a:t>회원 </a:t>
            </a:r>
            <a:r>
              <a:rPr lang="en-US" altLang="ko-KR" sz="1400" dirty="0"/>
              <a:t>: </a:t>
            </a:r>
            <a:r>
              <a:rPr lang="ko-KR" altLang="en-US" sz="1400" dirty="0"/>
              <a:t>사업자번호 회원가입 </a:t>
            </a:r>
            <a:r>
              <a:rPr lang="en-US" altLang="ko-KR" sz="1400" dirty="0"/>
              <a:t>&gt; VULUX </a:t>
            </a:r>
            <a:r>
              <a:rPr lang="ko-KR" altLang="en-US" sz="1400" dirty="0"/>
              <a:t>필름 구매회원</a:t>
            </a:r>
            <a:endParaRPr lang="en-US" altLang="ko-KR" sz="1400" dirty="0"/>
          </a:p>
          <a:p>
            <a:r>
              <a:rPr lang="en-US" altLang="ko-KR" sz="1400" dirty="0"/>
              <a:t>         * </a:t>
            </a:r>
            <a:r>
              <a:rPr lang="ko-KR" altLang="en-US" sz="1400" dirty="0"/>
              <a:t>마이페이지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필름선택 출고요청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결재 </a:t>
            </a:r>
            <a:r>
              <a:rPr lang="en-US" altLang="ko-KR" sz="1400" dirty="0"/>
              <a:t>&gt; </a:t>
            </a:r>
            <a:r>
              <a:rPr lang="ko-KR" altLang="en-US" sz="1400" dirty="0"/>
              <a:t>거래내역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자체 재고 관리 </a:t>
            </a:r>
            <a:endParaRPr lang="en-US" altLang="ko-KR" sz="1400" dirty="0"/>
          </a:p>
          <a:p>
            <a:r>
              <a:rPr lang="en-US" altLang="ko-KR" sz="1400" dirty="0"/>
              <a:t>                                 </a:t>
            </a:r>
            <a:r>
              <a:rPr lang="ko-KR" altLang="en-US" sz="1400" dirty="0"/>
              <a:t> </a:t>
            </a:r>
            <a:r>
              <a:rPr lang="en-US" altLang="ko-KR" sz="1400" dirty="0"/>
              <a:t>       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90122-7BD0-5DCF-EE1B-2285822A90EA}"/>
              </a:ext>
            </a:extLst>
          </p:cNvPr>
          <p:cNvSpPr txBox="1"/>
          <p:nvPr/>
        </p:nvSpPr>
        <p:spPr>
          <a:xfrm>
            <a:off x="174171" y="435428"/>
            <a:ext cx="17700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회원종류</a:t>
            </a:r>
            <a:endParaRPr lang="en-US" altLang="ko-KR" dirty="0"/>
          </a:p>
          <a:p>
            <a:r>
              <a:rPr lang="en-US" altLang="ko-KR" sz="1200" dirty="0"/>
              <a:t>    ( </a:t>
            </a:r>
            <a:r>
              <a:rPr lang="ko-KR" altLang="en-US" sz="1200" dirty="0" err="1"/>
              <a:t>이메일주소</a:t>
            </a:r>
            <a:r>
              <a:rPr lang="ko-KR" altLang="en-US" sz="1200" dirty="0"/>
              <a:t> </a:t>
            </a:r>
            <a:r>
              <a:rPr lang="en-US" altLang="ko-KR" sz="1200" dirty="0"/>
              <a:t>,</a:t>
            </a:r>
            <a:r>
              <a:rPr lang="ko-KR" altLang="en-US" sz="1200" dirty="0"/>
              <a:t>이름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49BB0-423F-D8DF-EC11-11353DADA12D}"/>
              </a:ext>
            </a:extLst>
          </p:cNvPr>
          <p:cNvSpPr txBox="1"/>
          <p:nvPr/>
        </p:nvSpPr>
        <p:spPr>
          <a:xfrm>
            <a:off x="174171" y="4181678"/>
            <a:ext cx="898515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ko-KR" altLang="en-US" dirty="0" err="1"/>
              <a:t>역경매</a:t>
            </a:r>
            <a:r>
              <a:rPr lang="en-US" altLang="ko-KR" dirty="0"/>
              <a:t> :  </a:t>
            </a:r>
            <a:r>
              <a:rPr lang="ko-KR" altLang="en-US" sz="1400" dirty="0"/>
              <a:t>프리</a:t>
            </a:r>
            <a:r>
              <a:rPr lang="en-US" altLang="ko-KR" sz="1400" dirty="0"/>
              <a:t>/</a:t>
            </a:r>
            <a:r>
              <a:rPr lang="ko-KR" altLang="en-US" sz="1400" dirty="0"/>
              <a:t>기업회원</a:t>
            </a:r>
            <a:r>
              <a:rPr lang="en-US" altLang="ko-KR" sz="1400" dirty="0"/>
              <a:t>/</a:t>
            </a:r>
            <a:r>
              <a:rPr lang="ko-KR" altLang="en-US" sz="1400" dirty="0"/>
              <a:t>구독회원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로그인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카테고리별</a:t>
            </a:r>
            <a:r>
              <a:rPr lang="en-US" altLang="ko-KR" sz="1400" dirty="0"/>
              <a:t>(</a:t>
            </a:r>
            <a:r>
              <a:rPr lang="ko-KR" altLang="en-US" sz="1400" dirty="0"/>
              <a:t>아파트</a:t>
            </a:r>
            <a:r>
              <a:rPr lang="en-US" altLang="ko-KR" sz="1400" dirty="0"/>
              <a:t>,</a:t>
            </a:r>
            <a:r>
              <a:rPr lang="ko-KR" altLang="en-US" sz="1400" dirty="0"/>
              <a:t>빌딩</a:t>
            </a:r>
            <a:r>
              <a:rPr lang="en-US" altLang="ko-KR" sz="1400" dirty="0"/>
              <a:t>,</a:t>
            </a:r>
            <a:r>
              <a:rPr lang="ko-KR" altLang="en-US" sz="1400" dirty="0"/>
              <a:t>자동차</a:t>
            </a:r>
            <a:r>
              <a:rPr lang="en-US" altLang="ko-KR" sz="1400" dirty="0"/>
              <a:t>)</a:t>
            </a:r>
            <a:r>
              <a:rPr lang="ko-KR" altLang="en-US" sz="1400" dirty="0"/>
              <a:t> 위탁설치 주문리스트 </a:t>
            </a:r>
            <a:endParaRPr lang="en-US" altLang="ko-KR" sz="1400" dirty="0"/>
          </a:p>
          <a:p>
            <a:r>
              <a:rPr lang="en-US" altLang="ko-KR" sz="1400" dirty="0"/>
              <a:t>       </a:t>
            </a:r>
            <a:r>
              <a:rPr lang="ko-KR" altLang="en-US" sz="1400" dirty="0"/>
              <a:t>             </a:t>
            </a:r>
            <a:r>
              <a:rPr lang="en-US" altLang="ko-KR" sz="1400" dirty="0"/>
              <a:t>&gt;&gt; </a:t>
            </a:r>
            <a:r>
              <a:rPr lang="ko-KR" altLang="en-US" sz="1400" dirty="0" err="1"/>
              <a:t>공임비</a:t>
            </a:r>
            <a:r>
              <a:rPr lang="ko-KR" altLang="en-US" sz="1400" dirty="0"/>
              <a:t> 견적으로 </a:t>
            </a:r>
            <a:r>
              <a:rPr lang="ko-KR" altLang="en-US" sz="1400" dirty="0" err="1"/>
              <a:t>역경매</a:t>
            </a:r>
            <a:r>
              <a:rPr lang="ko-KR" altLang="en-US" sz="1400" dirty="0"/>
              <a:t> 제안</a:t>
            </a:r>
            <a:r>
              <a:rPr lang="en-US" altLang="ko-KR" sz="1400" dirty="0"/>
              <a:t>(</a:t>
            </a:r>
            <a:r>
              <a:rPr lang="ko-KR" altLang="en-US" sz="1400" dirty="0"/>
              <a:t>종료일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종료일이후 수요고객 역경매업체선택</a:t>
            </a:r>
            <a:endParaRPr lang="en-US" altLang="ko-KR" sz="1400" dirty="0"/>
          </a:p>
          <a:p>
            <a:r>
              <a:rPr lang="en-US" altLang="ko-KR" sz="1400" dirty="0"/>
              <a:t>                    &gt;&gt; </a:t>
            </a:r>
            <a:r>
              <a:rPr lang="ko-KR" altLang="en-US" sz="1400" dirty="0"/>
              <a:t>수요고객이 업체선택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결재완료 </a:t>
            </a:r>
            <a:r>
              <a:rPr lang="en-US" altLang="ko-KR" sz="1400" dirty="0"/>
              <a:t>&gt;&gt; </a:t>
            </a:r>
            <a:r>
              <a:rPr lang="ko-KR" altLang="en-US" sz="1400" dirty="0"/>
              <a:t>업체에 수요고객정보노출 </a:t>
            </a:r>
            <a:r>
              <a:rPr lang="en-US" altLang="ko-KR" sz="1400" dirty="0"/>
              <a:t>  </a:t>
            </a:r>
            <a:r>
              <a:rPr lang="ko-KR" altLang="en-US" sz="1400" dirty="0"/>
              <a:t> 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85C29-34D6-F86B-53DF-AE23F37BF4C7}"/>
              </a:ext>
            </a:extLst>
          </p:cNvPr>
          <p:cNvSpPr txBox="1"/>
          <p:nvPr/>
        </p:nvSpPr>
        <p:spPr>
          <a:xfrm>
            <a:off x="174171" y="5326855"/>
            <a:ext cx="36150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 후기</a:t>
            </a:r>
            <a:r>
              <a:rPr lang="en-US" altLang="ko-KR" dirty="0"/>
              <a:t> :  </a:t>
            </a:r>
            <a:r>
              <a:rPr lang="ko-KR" altLang="en-US" sz="1400" dirty="0"/>
              <a:t>수요고객의 만족도평가 </a:t>
            </a:r>
            <a:r>
              <a:rPr lang="en-US" altLang="ko-KR" sz="1400" dirty="0"/>
              <a:t>/ </a:t>
            </a:r>
            <a:r>
              <a:rPr lang="ko-KR" altLang="en-US" sz="1400" dirty="0"/>
              <a:t>댓글</a:t>
            </a:r>
            <a:endParaRPr lang="en-US" altLang="ko-KR" sz="1400" dirty="0"/>
          </a:p>
          <a:p>
            <a:r>
              <a:rPr lang="en-US" altLang="ko-KR" sz="1400" dirty="0"/>
              <a:t>                 </a:t>
            </a:r>
            <a:r>
              <a:rPr lang="ko-KR" altLang="en-US" sz="1400" dirty="0" err="1"/>
              <a:t>시공전후사진</a:t>
            </a:r>
            <a:r>
              <a:rPr lang="ko-KR" altLang="en-US" sz="1400" dirty="0"/>
              <a:t>  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E0DF2-D309-C583-8A0E-A73BD475742F}"/>
              </a:ext>
            </a:extLst>
          </p:cNvPr>
          <p:cNvSpPr txBox="1"/>
          <p:nvPr/>
        </p:nvSpPr>
        <p:spPr>
          <a:xfrm>
            <a:off x="174171" y="6041145"/>
            <a:ext cx="5322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</a:t>
            </a:r>
            <a:r>
              <a:rPr lang="ko-KR" altLang="en-US" dirty="0"/>
              <a:t> 커뮤니티</a:t>
            </a:r>
            <a:r>
              <a:rPr lang="en-US" altLang="ko-KR" dirty="0"/>
              <a:t> :  </a:t>
            </a:r>
            <a:r>
              <a:rPr lang="ko-KR" altLang="en-US" sz="1200" dirty="0"/>
              <a:t>공지사항 </a:t>
            </a:r>
            <a:r>
              <a:rPr lang="en-US" altLang="ko-KR" sz="1200" dirty="0"/>
              <a:t>, </a:t>
            </a:r>
            <a:r>
              <a:rPr lang="ko-KR" altLang="en-US" sz="1200" dirty="0"/>
              <a:t>뉴스 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유튜브영상</a:t>
            </a:r>
            <a:r>
              <a:rPr lang="ko-KR" altLang="en-US" sz="1200" dirty="0"/>
              <a:t> 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숏츠영상</a:t>
            </a:r>
            <a:r>
              <a:rPr lang="ko-KR" altLang="en-US" sz="1200" dirty="0"/>
              <a:t> </a:t>
            </a:r>
            <a:r>
              <a:rPr lang="en-US" altLang="ko-KR" sz="1200" dirty="0"/>
              <a:t>, </a:t>
            </a:r>
            <a:r>
              <a:rPr lang="ko-KR" altLang="en-US" sz="1200" dirty="0"/>
              <a:t>설치사례   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70691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203</Words>
  <Application>Microsoft Office PowerPoint</Application>
  <PresentationFormat>와이드스크린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김성우</dc:creator>
  <cp:lastModifiedBy>김성우</cp:lastModifiedBy>
  <cp:revision>2</cp:revision>
  <dcterms:created xsi:type="dcterms:W3CDTF">2026-09-22T02:39:56Z</dcterms:created>
  <dcterms:modified xsi:type="dcterms:W3CDTF">2026-09-22T06:05:15Z</dcterms:modified>
</cp:coreProperties>
</file>